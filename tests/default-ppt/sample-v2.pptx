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这是第一页的演讲者备注。
第二行：包含中文与换行。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第二页备注：逐条讲解要点。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B73"/>
                </a:solidFill>
              </a:rPr>
              <a:t>第二版-热替换成功-NEW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本季度要点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营收稳步增长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大屏联动上线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默认 PPT 支持远程更换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2026-09-02T09:37:15Z</dcterms:created>
  <dcterms:modified xsi:type="dcterms:W3CDTF">2026-09-02T09:37:15Z</dcterms:modified>
</cp:coreProperties>
</file>